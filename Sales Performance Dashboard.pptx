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2E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9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7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18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848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22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95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59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50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28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00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032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9147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828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7848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008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199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68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A449931-8116-4BE3-9E9A-1564EF7B485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96D3344-FC25-4F0A-9870-32AAED224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80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BFDA-84AB-9DA9-7455-D0417BBE7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5940" y="458556"/>
            <a:ext cx="8714232" cy="2286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latin typeface="Bahnschrift" panose="020B0502040204020203" pitchFamily="34" charset="0"/>
              </a:rPr>
              <a:t>Sales Performance </a:t>
            </a:r>
            <a:r>
              <a:rPr lang="en-IN" sz="6000" b="1" dirty="0">
                <a:solidFill>
                  <a:schemeClr val="bg2">
                    <a:lumMod val="75000"/>
                  </a:schemeClr>
                </a:solidFill>
                <a:latin typeface="Bahnschrift" panose="020B0502040204020203" pitchFamily="34" charset="0"/>
              </a:rPr>
              <a:t>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E7B60-0AB1-BD3A-F7CE-690549EF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0336" y="5288610"/>
            <a:ext cx="4751832" cy="394494"/>
          </a:xfrm>
        </p:spPr>
        <p:txBody>
          <a:bodyPr>
            <a:normAutofit fontScale="70000" lnSpcReduction="20000"/>
          </a:bodyPr>
          <a:lstStyle/>
          <a:p>
            <a:r>
              <a:rPr lang="en-IN" sz="2800" b="1" dirty="0">
                <a:solidFill>
                  <a:schemeClr val="tx1">
                    <a:lumMod val="95000"/>
                  </a:schemeClr>
                </a:solidFill>
              </a:rPr>
              <a:t>Submitted by:</a:t>
            </a:r>
            <a:r>
              <a:rPr lang="en-IN" sz="2800" dirty="0">
                <a:solidFill>
                  <a:schemeClr val="tx1">
                    <a:lumMod val="95000"/>
                  </a:schemeClr>
                </a:solidFill>
              </a:rPr>
              <a:t> Aniket Kumar Gupta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B1989-7806-1DD3-F93F-E147858B0268}"/>
              </a:ext>
            </a:extLst>
          </p:cNvPr>
          <p:cNvSpPr txBox="1"/>
          <p:nvPr/>
        </p:nvSpPr>
        <p:spPr>
          <a:xfrm>
            <a:off x="1417320" y="4390442"/>
            <a:ext cx="474573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>
                    <a:lumMod val="95000"/>
                  </a:schemeClr>
                </a:solidFill>
                <a:latin typeface="Franklin Gothic Heavy" panose="020B0903020102020204" pitchFamily="34" charset="0"/>
              </a:rPr>
              <a:t>Tools Used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Power BI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DAX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Microsoft Excel (CSV)</a:t>
            </a:r>
          </a:p>
        </p:txBody>
      </p:sp>
    </p:spTree>
    <p:extLst>
      <p:ext uri="{BB962C8B-B14F-4D97-AF65-F5344CB8AC3E}">
        <p14:creationId xmlns:p14="http://schemas.microsoft.com/office/powerpoint/2010/main" val="109715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F3E44-08FF-B1B9-9318-C49FA064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772" y="182880"/>
            <a:ext cx="2863660" cy="84632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04336-D506-2200-7179-96ECC0975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72" y="2121408"/>
            <a:ext cx="8534400" cy="42153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4600" b="1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Dataset</a:t>
            </a:r>
            <a:r>
              <a:rPr lang="en-IN" sz="3300" b="1" dirty="0"/>
              <a:t> </a:t>
            </a:r>
            <a:r>
              <a:rPr lang="en-IN" sz="4600" b="1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Includes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Sales Amount 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Product Category 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Region 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Sales Representative 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Customer Type 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Payment Method 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Sales Channel 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Quantity Sold 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Discount </a:t>
            </a:r>
          </a:p>
          <a:p>
            <a:pPr lvl="0"/>
            <a:r>
              <a:rPr lang="en-IN" sz="2600" dirty="0">
                <a:solidFill>
                  <a:schemeClr val="tx1"/>
                </a:solidFill>
              </a:rPr>
              <a:t>Sale Date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F00D19-B3BA-D04D-2647-0370848FD890}"/>
              </a:ext>
            </a:extLst>
          </p:cNvPr>
          <p:cNvSpPr txBox="1">
            <a:spLocks/>
          </p:cNvSpPr>
          <p:nvPr/>
        </p:nvSpPr>
        <p:spPr>
          <a:xfrm>
            <a:off x="592772" y="837183"/>
            <a:ext cx="10910380" cy="109220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dirty="0">
                <a:latin typeface="Bahnschrift Condensed" panose="020B0502040204020203" pitchFamily="34" charset="0"/>
              </a:rPr>
              <a:t>The objective of this project is to design an interactive sales dashboard that helps business stakeholders monitor sales performance and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400304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9AB6-BCD4-DFE9-C7FB-E0D594F5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892" y="323427"/>
            <a:ext cx="1492060" cy="925916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C10E8-E182-272F-0CCA-2114F5D3D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240" y="1127084"/>
            <a:ext cx="3229420" cy="1930399"/>
          </a:xfrm>
        </p:spPr>
        <p:txBody>
          <a:bodyPr/>
          <a:lstStyle/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Total Sales </a:t>
            </a:r>
          </a:p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Total Quantity Sold </a:t>
            </a:r>
          </a:p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Total Discount </a:t>
            </a:r>
          </a:p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Average Sale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614234-6C14-EC82-332E-8B9BD5E7FDD1}"/>
              </a:ext>
            </a:extLst>
          </p:cNvPr>
          <p:cNvSpPr txBox="1">
            <a:spLocks/>
          </p:cNvSpPr>
          <p:nvPr/>
        </p:nvSpPr>
        <p:spPr>
          <a:xfrm>
            <a:off x="7075868" y="323427"/>
            <a:ext cx="3741484" cy="92591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Visualizations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4B9D3FC-1D53-9BC9-31DC-A06FD47EFF05}"/>
              </a:ext>
            </a:extLst>
          </p:cNvPr>
          <p:cNvSpPr txBox="1">
            <a:spLocks/>
          </p:cNvSpPr>
          <p:nvPr/>
        </p:nvSpPr>
        <p:spPr>
          <a:xfrm>
            <a:off x="7075868" y="1127084"/>
            <a:ext cx="4462272" cy="2761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Sales Trend Over Time </a:t>
            </a:r>
          </a:p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Sales by Region </a:t>
            </a:r>
          </a:p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Sales by Customer Type </a:t>
            </a:r>
          </a:p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Sales by Payment Method </a:t>
            </a:r>
          </a:p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Sales by Sales Representative </a:t>
            </a:r>
          </a:p>
          <a:p>
            <a:pPr lvl="0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Sales by Sales Channel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A391C2-249F-4EC1-6990-29DCAD5E2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" t="15593" r="24475" b="5570"/>
          <a:stretch>
            <a:fillRect/>
          </a:stretch>
        </p:blipFill>
        <p:spPr>
          <a:xfrm>
            <a:off x="1552892" y="3800518"/>
            <a:ext cx="3805492" cy="231681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0277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C15B-E246-2FA5-91ED-C83E7816C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92024"/>
            <a:ext cx="8534400" cy="1507067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Based on the dashboard: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B2E35-00B4-65DF-6681-8673D50C2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73894"/>
            <a:ext cx="8534400" cy="3615267"/>
          </a:xfrm>
        </p:spPr>
        <p:txBody>
          <a:bodyPr/>
          <a:lstStyle/>
          <a:p>
            <a:pPr lvl="0"/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Total Sales exceeded 5 million.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North region generated the highest sales.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New and Returning customers contributed almost equally to total sales.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Credit Card was the most preferred payment method.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Retail and Online sales channels showed similar performance.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Century Gothic" panose="020B0502020202020204" pitchFamily="34" charset="0"/>
              </a:rPr>
              <a:t>Sales representatives contributed differently, helping identify top performers.</a:t>
            </a:r>
          </a:p>
        </p:txBody>
      </p:sp>
    </p:spTree>
    <p:extLst>
      <p:ext uri="{BB962C8B-B14F-4D97-AF65-F5344CB8AC3E}">
        <p14:creationId xmlns:p14="http://schemas.microsoft.com/office/powerpoint/2010/main" val="185034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E0A1-DB86-83EF-D9F7-28A06057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84" y="326812"/>
            <a:ext cx="4363276" cy="1507067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Technical</a:t>
            </a:r>
            <a:r>
              <a:rPr lang="en-IN" dirty="0"/>
              <a:t> </a:t>
            </a:r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9F0B7-B33F-CAA5-AF84-C4A379FE1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84" y="1209886"/>
            <a:ext cx="4436428" cy="3615267"/>
          </a:xfrm>
        </p:spPr>
        <p:txBody>
          <a:bodyPr/>
          <a:lstStyle/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Power BI Dashboard Design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Data Modelling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DAX Measures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Data Cleaning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MySQL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Data Visualization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Interactive Slicers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CA1011-4E5E-9079-8EAB-BCA560195BE1}"/>
              </a:ext>
            </a:extLst>
          </p:cNvPr>
          <p:cNvSpPr txBox="1">
            <a:spLocks/>
          </p:cNvSpPr>
          <p:nvPr/>
        </p:nvSpPr>
        <p:spPr>
          <a:xfrm>
            <a:off x="6688772" y="326812"/>
            <a:ext cx="4363276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Business</a:t>
            </a:r>
            <a:r>
              <a:rPr lang="en-IN" dirty="0"/>
              <a:t> </a:t>
            </a:r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Skills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832947-74E1-6873-5F73-3507A33BDD0B}"/>
              </a:ext>
            </a:extLst>
          </p:cNvPr>
          <p:cNvSpPr txBox="1">
            <a:spLocks/>
          </p:cNvSpPr>
          <p:nvPr/>
        </p:nvSpPr>
        <p:spPr>
          <a:xfrm>
            <a:off x="6615620" y="569805"/>
            <a:ext cx="4436428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KPI Analysis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Sales Trend Analysis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Regional Performance Analysis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+mj-lt"/>
              </a:rPr>
              <a:t>Customer Behaviour Analysis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1D1C2E-3CF7-7F22-ABF5-91B5CDBA4C95}"/>
              </a:ext>
            </a:extLst>
          </p:cNvPr>
          <p:cNvCxnSpPr/>
          <p:nvPr/>
        </p:nvCxnSpPr>
        <p:spPr>
          <a:xfrm>
            <a:off x="5641848" y="326812"/>
            <a:ext cx="0" cy="578138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740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2935-D844-C4A4-57D0-9345E2F7B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364" y="198796"/>
            <a:ext cx="8534400" cy="1507067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A0B3-4583-D8FD-AF80-E84C5B7A5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364" y="649224"/>
            <a:ext cx="10855516" cy="3615267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+mj-lt"/>
              </a:rPr>
              <a:t>This dashboard provides a clear overview of business performance through interactive visualizations and KPIs. It enables stakeholders to analyse sales trends, compare regional performance, understand customer behaviour, and make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33173549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58</TotalTime>
  <Words>223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Bahnschrift</vt:lpstr>
      <vt:lpstr>Bahnschrift Condensed</vt:lpstr>
      <vt:lpstr>Century Gothic</vt:lpstr>
      <vt:lpstr>Franklin Gothic Heavy</vt:lpstr>
      <vt:lpstr>Wingdings 3</vt:lpstr>
      <vt:lpstr>Slice</vt:lpstr>
      <vt:lpstr>Sales Performance Dashboard</vt:lpstr>
      <vt:lpstr>Objective</vt:lpstr>
      <vt:lpstr>KPIs</vt:lpstr>
      <vt:lpstr>Based on the dashboard:</vt:lpstr>
      <vt:lpstr>Technical Skills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Gupta</dc:creator>
  <cp:lastModifiedBy>Aniket Gupta</cp:lastModifiedBy>
  <cp:revision>34</cp:revision>
  <dcterms:created xsi:type="dcterms:W3CDTF">2026-07-29T12:23:27Z</dcterms:created>
  <dcterms:modified xsi:type="dcterms:W3CDTF">2026-07-29T14:26:36Z</dcterms:modified>
</cp:coreProperties>
</file>